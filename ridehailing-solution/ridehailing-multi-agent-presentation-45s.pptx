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uses multiple AI agents to make ride-hailing safer, faster, and more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challenge is safety at scale. We need quick and controlled decisions, not one generic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is simple: request, risk check, live telemetry watch, and support action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Result: safer rides, faster support, and stronger trust for riders and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142D4B"/>
                </a:solidFill>
              </a:rPr>
              <a:t>Ride-Hailing Multi-Agent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0082A5"/>
                </a:solidFill>
              </a:rPr>
              <a:t>45-second pitch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D4B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600"/>
              </a:spcAft>
            </a:pPr>
            <a:r>
              <a:rPr sz="2400">
                <a:solidFill>
                  <a:srgbClr val="232323"/>
                </a:solidFill>
              </a:rPr>
              <a:t>Safety issues can appear suddenly</a:t>
            </a:r>
          </a:p>
          <a:p>
            <a:pPr algn="l">
              <a:spcAft>
                <a:spcPts val="1600"/>
              </a:spcAft>
            </a:pPr>
            <a:r>
              <a:rPr sz="2400">
                <a:solidFill>
                  <a:srgbClr val="232323"/>
                </a:solidFill>
              </a:rPr>
              <a:t>One general AI is too broad</a:t>
            </a:r>
          </a:p>
          <a:p>
            <a:pPr algn="l">
              <a:spcAft>
                <a:spcPts val="1600"/>
              </a:spcAft>
            </a:pPr>
            <a:r>
              <a:rPr sz="2400">
                <a:solidFill>
                  <a:srgbClr val="232323"/>
                </a:solidFill>
              </a:rPr>
              <a:t>Operations need real-time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109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D4B"/>
                </a:solidFill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377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8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D4B"/>
                </a:solidFill>
              </a:rPr>
              <a:t>Request</a:t>
            </a:r>
          </a:p>
        </p:txBody>
      </p:sp>
      <p:sp>
        <p:nvSpPr>
          <p:cNvPr id="5" name="Chevron 4"/>
          <p:cNvSpPr/>
          <p:nvPr/>
        </p:nvSpPr>
        <p:spPr>
          <a:xfrm>
            <a:off x="3291840" y="2514600"/>
            <a:ext cx="365760" cy="548640"/>
          </a:xfrm>
          <a:prstGeom prst="chevron">
            <a:avLst/>
          </a:prstGeom>
          <a:solidFill>
            <a:srgbClr val="00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39" y="2103120"/>
            <a:ext cx="2377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8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D4B"/>
                </a:solidFill>
              </a:rPr>
              <a:t>Risk</a:t>
            </a:r>
          </a:p>
        </p:txBody>
      </p:sp>
      <p:sp>
        <p:nvSpPr>
          <p:cNvPr id="7" name="Chevron 6"/>
          <p:cNvSpPr/>
          <p:nvPr/>
        </p:nvSpPr>
        <p:spPr>
          <a:xfrm>
            <a:off x="6126480" y="2514600"/>
            <a:ext cx="365760" cy="548640"/>
          </a:xfrm>
          <a:prstGeom prst="chevron">
            <a:avLst/>
          </a:prstGeom>
          <a:solidFill>
            <a:srgbClr val="00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2103120"/>
            <a:ext cx="2377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8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D4B"/>
                </a:solidFill>
              </a:rPr>
              <a:t>Telemetry</a:t>
            </a:r>
          </a:p>
        </p:txBody>
      </p:sp>
      <p:sp>
        <p:nvSpPr>
          <p:cNvPr id="9" name="Chevron 8"/>
          <p:cNvSpPr/>
          <p:nvPr/>
        </p:nvSpPr>
        <p:spPr>
          <a:xfrm>
            <a:off x="8961120" y="2514600"/>
            <a:ext cx="365760" cy="548640"/>
          </a:xfrm>
          <a:prstGeom prst="chevron">
            <a:avLst/>
          </a:prstGeom>
          <a:solidFill>
            <a:srgbClr val="008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2103120"/>
            <a:ext cx="2377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8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2D4B"/>
                </a:solidFill>
              </a:rP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82A5"/>
                </a:solidFill>
              </a:rPr>
              <a:t>Early detection + fast escalation = safer trips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42D4B"/>
                </a:solidFill>
              </a:rP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600"/>
              </a:spcAft>
            </a:pPr>
            <a:r>
              <a:rPr sz="2400">
                <a:solidFill>
                  <a:srgbClr val="232323"/>
                </a:solidFill>
              </a:rPr>
              <a:t>Fewer incidents</a:t>
            </a:r>
          </a:p>
          <a:p>
            <a:pPr algn="l">
              <a:spcAft>
                <a:spcPts val="1600"/>
              </a:spcAft>
            </a:pPr>
            <a:r>
              <a:rPr sz="2400">
                <a:solidFill>
                  <a:srgbClr val="232323"/>
                </a:solidFill>
              </a:rPr>
              <a:t>Faster resolution</a:t>
            </a:r>
          </a:p>
          <a:p>
            <a:pPr algn="l">
              <a:spcAft>
                <a:spcPts val="1600"/>
              </a:spcAft>
            </a:pPr>
            <a:r>
              <a:rPr sz="2400">
                <a:solidFill>
                  <a:srgbClr val="232323"/>
                </a:solidFill>
              </a:rPr>
              <a:t>Higher rider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109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