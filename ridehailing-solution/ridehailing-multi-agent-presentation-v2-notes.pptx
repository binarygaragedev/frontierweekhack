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In this short presentation, I will show how our ride-hailing platform uses multiple AI agents to improve safety and operational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business goal is to reduce risk without slowing operations. We focus on safety first, early risk detection during trips, and fair incident resolution for both riders and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one general model, we use four focused agents. Each has a clear responsibility, which makes decisions more reliable and easier to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full flow: trip request, pre-trip safety checks, live telemetry monitoring, in-trip operations oversight, and then support resolution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architecture works because each agent is easier to tune, monitor, and improve. If something fails, we can isolate it quickly and recover without affecting the whole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expected result is safer trips, better customer trust, lower support pressure, and stronger decisions because operations are based on live evidence, not only historical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200" b="1">
                <a:solidFill>
                  <a:srgbClr val="162C4A"/>
                </a:solidFill>
              </a:rPr>
              <a:t>Ride-Hailing Multi-Agent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0078AA"/>
                </a:solidFill>
              </a:rPr>
              <a:t>Demo-ready overview with speaker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C4A"/>
                </a:solidFill>
              </a:rPr>
              <a:t>Business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Improve passenger and driver safety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Detect risky behavior in real time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Resolve incidents faster and more fairly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12014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C4A"/>
                </a:solidFill>
              </a:rPr>
              <a:t>Four Specialized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1) Safety risk assessment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2) OBD telemetry and dangerous driving detection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3) Live trip operations monitoring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4) Customer support and incident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12014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62C4A"/>
                </a:solidFill>
              </a:rPr>
              <a:t>How The Agents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2C4A"/>
                </a:solidFill>
              </a:rPr>
              <a:t>Trip Request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31720" y="2743200"/>
            <a:ext cx="210312" cy="411480"/>
          </a:xfrm>
          <a:prstGeom prst="rightArrow">
            <a:avLst/>
          </a:prstGeom>
          <a:solidFill>
            <a:srgbClr val="607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42032" y="237744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2C4A"/>
                </a:solidFill>
              </a:rPr>
              <a:t>Safety Risk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25112" y="2743200"/>
            <a:ext cx="210312" cy="411480"/>
          </a:xfrm>
          <a:prstGeom prst="rightArrow">
            <a:avLst/>
          </a:prstGeom>
          <a:solidFill>
            <a:srgbClr val="607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35424" y="237744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2C4A"/>
                </a:solidFill>
              </a:rPr>
              <a:t>Telemetry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18504" y="2743200"/>
            <a:ext cx="210312" cy="411480"/>
          </a:xfrm>
          <a:prstGeom prst="rightArrow">
            <a:avLst/>
          </a:prstGeom>
          <a:solidFill>
            <a:srgbClr val="607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28816" y="237744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2C4A"/>
                </a:solidFill>
              </a:rPr>
              <a:t>Ops Monitoring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311896" y="2743200"/>
            <a:ext cx="210312" cy="411480"/>
          </a:xfrm>
          <a:prstGeom prst="rightArrow">
            <a:avLst/>
          </a:prstGeom>
          <a:solidFill>
            <a:srgbClr val="607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22208" y="237744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2C4A"/>
                </a:solidFill>
              </a:rPr>
              <a:t>Support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05288" y="2743200"/>
            <a:ext cx="210312" cy="411480"/>
          </a:xfrm>
          <a:prstGeom prst="rightArrow">
            <a:avLst/>
          </a:prstGeom>
          <a:solidFill>
            <a:srgbClr val="607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0" y="237744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2C4A"/>
                </a:solidFill>
              </a:rPr>
              <a:t>Safe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07388"/>
                </a:solidFill>
              </a:rPr>
              <a:t>Safety is checked first, then monitored in real time, then resolved with structured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C4A"/>
                </a:solidFill>
              </a:rPr>
              <a:t>Why This Architecture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Clear separation of responsibilities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Better control, observability, and explainability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Faster interventions and safer trips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Easier to scale and improve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12014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C4A"/>
                </a:solidFill>
              </a:rP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Fewer safety incidents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Higher rider trust and retention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Reduced support workload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282828"/>
                </a:solidFill>
              </a:rPr>
              <a:t>Stronger operational decisions from live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12014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