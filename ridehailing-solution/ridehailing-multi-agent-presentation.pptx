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200" b="1">
                <a:solidFill>
                  <a:srgbClr val="162C4A"/>
                </a:solidFill>
              </a:rPr>
              <a:t>Ride-Hailing Multi-Agent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0078AA"/>
                </a:solidFill>
              </a:rPr>
              <a:t>Short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C4A"/>
                </a:solidFill>
              </a:rPr>
              <a:t>Business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Improve passenger and driver safety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Detect risky behavior in real time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Resolve incidents faster and more fairly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C4A"/>
                </a:solidFill>
              </a:rPr>
              <a:t>Four Specialized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1) Safety risk assessment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2) OBD telemetry and dangerous driving detection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3) Live trip operations monitoring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4) Customer support and incident resolution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62C4A"/>
                </a:solidFill>
              </a:rPr>
              <a:t>How The Agents Work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282828"/>
                </a:solidFill>
              </a:rPr>
              <a:t>Trip Request</a:t>
            </a:r>
          </a:p>
          <a:p>
            <a:pPr algn="ctr">
              <a:spcAft>
                <a:spcPts val="800"/>
              </a:spcAft>
            </a:pPr>
            <a:r>
              <a:rPr sz="2400" b="0">
                <a:solidFill>
                  <a:srgbClr val="0078AA"/>
                </a:solidFill>
              </a:rPr>
              <a:t>Safety Risk Agent</a:t>
            </a:r>
          </a:p>
          <a:p>
            <a:pPr algn="ctr">
              <a:spcAft>
                <a:spcPts val="800"/>
              </a:spcAft>
            </a:pPr>
            <a:r>
              <a:rPr sz="2400" b="0">
                <a:solidFill>
                  <a:srgbClr val="282828"/>
                </a:solidFill>
              </a:rPr>
              <a:t>Telemetry + Dangerous Driving Agent</a:t>
            </a:r>
          </a:p>
          <a:p>
            <a:pPr algn="ctr">
              <a:spcAft>
                <a:spcPts val="800"/>
              </a:spcAft>
            </a:pPr>
            <a:r>
              <a:rPr sz="2400" b="0">
                <a:solidFill>
                  <a:srgbClr val="0078AA"/>
                </a:solidFill>
              </a:rPr>
              <a:t>In-Trip Operations Agent</a:t>
            </a:r>
          </a:p>
          <a:p>
            <a:pPr algn="ctr">
              <a:spcAft>
                <a:spcPts val="800"/>
              </a:spcAft>
            </a:pPr>
            <a:r>
              <a:rPr sz="2400" b="0">
                <a:solidFill>
                  <a:srgbClr val="282828"/>
                </a:solidFill>
              </a:rPr>
              <a:t>Customer Support Agent</a:t>
            </a:r>
          </a:p>
          <a:p>
            <a:pPr algn="ctr">
              <a:spcAft>
                <a:spcPts val="800"/>
              </a:spcAft>
            </a:pPr>
            <a:r>
              <a:rPr sz="2600" b="1">
                <a:solidFill>
                  <a:srgbClr val="0078AA"/>
                </a:solidFill>
              </a:rPr>
              <a:t>Outcome: Safer Trip + Trusted Resolution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C4A"/>
                </a:solidFill>
              </a:rPr>
              <a:t>Why This Architecture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Clear separation of responsibilities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Better control, observability, and explainability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Faster interventions and safer trips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Easier to scale and improve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>
                <a:solidFill>
                  <a:srgbClr val="162C4A"/>
                </a:solidFill>
              </a:rPr>
              <a:t>Expected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Fewer safety incidents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Higher rider trust and retention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Reduced support workload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282828"/>
                </a:solidFill>
              </a:rPr>
              <a:t>Stronger operational decisions from live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